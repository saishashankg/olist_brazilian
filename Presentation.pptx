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63040"/>
            <a:ext cx="64008" cy="21031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Analytics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67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Analysis: MySQL · Python · Statistics · Forecasting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8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Supply Chain  |  Data Analytics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8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Orders  ·  9 Relational Tables  ·  23 Months  ·  Sep 2016 – Aug 2018  ·  Gedela Sai Shashank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1005840"/>
            <a:ext cx="19659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05840"/>
            <a:ext cx="1965960" cy="6400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MySQL tables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JOINs, CTEs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real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1005840"/>
            <a:ext cx="19659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1005840"/>
            <a:ext cx="196596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33472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33472" y="1874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categories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05840"/>
            <a:ext cx="19659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05840"/>
            <a:ext cx="19659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18304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8304" y="1874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approach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1005840"/>
            <a:ext cx="19659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1005840"/>
            <a:ext cx="19659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03136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1874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(additive/multiplicative)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with Auto AIC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evaluation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metric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— MySQL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0292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Revenue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Beauty — ₹1.29M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Late Delivery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#2709... at 48.94%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Repeat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3.11% — very low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growth: 0 → 1M BRL (2016→2018)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(Slowest State)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Roraima (RR) — 29.3 days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292608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4081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29400" y="14081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tables joined simultaneously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847088"/>
            <a:ext cx="292608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883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29400" y="1883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 for repeat purchase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322576"/>
            <a:ext cx="292608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3591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29400" y="23591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AVG() OVER PARTITION BY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798064"/>
            <a:ext cx="292608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8346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2940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 for late delivery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273552"/>
            <a:ext cx="292608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3101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29400" y="33101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DATEDIFF, DATE_FORMAT for time analysis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749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Insight: Only 3.11% of customers placed more than one order — indicating a major customer retention opportunity for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— Delivery Time vs Satisfaction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Regression Results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11480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201168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 variance explained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−0.045 score per extra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Diagnostics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325880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362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Response Variable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3776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are ordinal (1-5), not continuous → residuals show diagonal stripe pattern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984248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020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Predictions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37760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line predicts negative scores beyond ~100 days — violates minimum score of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46320" y="2642616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679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Relationship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0" y="28895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(-0.334) &gt; Spearman (-0.235) indicates non-linear characteristics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3300984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Failed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76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worsened (0.111→0.079) — confirms Y structure is the issue, not X non-linearity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794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Ordinal Logistic Regression is the theoretically appropriate model for discrete review scores (1-5). Delivery time explains only 11.1% of satisfaction — businesses must focus on multiple drivers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 — Prophet vs ARIMA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60120"/>
            <a:ext cx="1965960" cy="2377440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96012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(Multiplicative)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WAPE: N/A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negative revenue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(-1.3M BRL) — unusable!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960120"/>
            <a:ext cx="1965960" cy="2377440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960120"/>
            <a:ext cx="19659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33472" y="1389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Seasonality)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WAPE: 39.7%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2212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with only 23 months.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wildly unstable.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960120"/>
            <a:ext cx="1965960" cy="2377440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60120"/>
            <a:ext cx="19659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8304" y="1389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Seasonality)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WAPE: 37.8%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212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better — trend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remains the issue.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93408" y="960120"/>
            <a:ext cx="1965960" cy="2377440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93408" y="960120"/>
            <a:ext cx="19659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051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03136" y="1389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AIC Selected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3136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WAPE: 30.4%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03136" y="22128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Winner! Simpler model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best on limited data.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4114800" cy="822960"/>
          </a:xfrm>
          <a:prstGeom prst="rect">
            <a:avLst/>
          </a:prstGeom>
          <a:solidFill>
            <a:srgbClr val="F4F7FB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ARIMA Won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 (2 params) → less overfitting with 23 months data  ·  No seasonal component  ·  Mean-reverting AR(1) captured revenue plateau correctly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429000"/>
            <a:ext cx="3931920" cy="8229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over-predicted test period — Olist's growth plateaued in mid-2018, a structural change undetectable from 23 months alone.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60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960120"/>
            <a:ext cx="2606040" cy="54864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Retention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3.11% of customers placed more than one order. The platform struggles to convert one-time buyers into repeat customers — a major revenue opportunity.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960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60120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≠ Satisfaction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618488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explains only 11.1% of review score variance (R²=0.111). 88.9% of satisfaction is driven by other factors — product quality, seller behavior, pricing.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25312" y="960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25312" y="960120"/>
            <a:ext cx="2606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32588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0" y="1618488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 has 48.94% late delivery rate. Sellers with &gt;30% late rates should be flagged — late deliveries directly harm customer satisfaction and platform reputation.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2542032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2542032"/>
            <a:ext cx="260604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0779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Beats Prophet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23 months of data, ARIMA(1,1,0) achieved 30.4% test WAPE vs Prophet's 39.7%. Simpler models outperform complex ones when data is limited.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2112" y="2542032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542032"/>
            <a:ext cx="26060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290779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Plateau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200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from 0→1M BRL (2016-2017) plateaued in mid-2018. Both forecast models missed this structural change — suggesting market saturation or competition.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25312" y="2542032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5312" y="2542032"/>
            <a:ext cx="260604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290779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35040" y="3200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is the top revenue category (₹1.29M), followed by Watches &amp; Gifts (₹1.25M) and Bed/Bath/Table (₹1.09M). These categories drive platform revenue.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A5A9B"/>
          </a:solidFill>
          <a:ln w="12700">
            <a:solidFill>
              <a:srgbClr val="3A5A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253D7A"/>
          </a:solidFill>
          <a:ln w="6350">
            <a:solidFill>
              <a:srgbClr val="3A5A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7043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95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3.11% repeat purchase rate signals major retention opportunity. Implement post-purchase engagement, personalized recommendations and loyalty rewards to convert one-time buyers.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3931920" cy="1554480"/>
          </a:xfrm>
          <a:prstGeom prst="rect">
            <a:avLst/>
          </a:prstGeom>
          <a:solidFill>
            <a:srgbClr val="253D7A"/>
          </a:solidFill>
          <a:ln w="6350">
            <a:solidFill>
              <a:srgbClr val="3A5A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7043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795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Satisfaction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5727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explains only 11.1% of review scores. Invest in product quality controls, seller communication standards, and packaging improvements for broader impact.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253D7A"/>
          </a:solidFill>
          <a:ln w="6350">
            <a:solidFill>
              <a:srgbClr val="3A5A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90779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169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Quality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3101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review sellers with &gt;30% late delivery rate. The highest offender reaches 48.94% — directly harming customer satisfaction and platform trust.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931920" cy="1554480"/>
          </a:xfrm>
          <a:prstGeom prst="rect">
            <a:avLst/>
          </a:prstGeom>
          <a:solidFill>
            <a:srgbClr val="253D7A"/>
          </a:solidFill>
          <a:ln w="6350">
            <a:solidFill>
              <a:srgbClr val="3A5A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07792"/>
            <a:ext cx="347472" cy="34747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169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907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Historical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3101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months is insufficient for reliable seasonal forecasting. With 3+ years of data, Prophet's seasonal modeling would outperform ARIMA and enable better demand planning.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</dc:title>
  <dc:subject>PptxGenJS Presentation</dc:subject>
  <dc:creator>PptxGenJS</dc:creator>
  <cp:lastModifiedBy>PptxGenJS</cp:lastModifiedBy>
  <cp:revision>1</cp:revision>
  <dcterms:created xsi:type="dcterms:W3CDTF">2026-07-07T11:05:34Z</dcterms:created>
  <dcterms:modified xsi:type="dcterms:W3CDTF">2026-07-07T11:05:34Z</dcterms:modified>
</cp:coreProperties>
</file>